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00400"/>
            <a:ext cx="4114800" cy="41148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pic>
        <p:nvPicPr>
          <p:cNvPr id="4" name="Image 0" descr="ic_robo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669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KIKO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находит вас,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не наоборот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85800" y="4251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 в поиске работы: сам ищет вакансии, объясняет,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подходят, и готовит отклик за вас.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534924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5349240"/>
            <a:ext cx="2468880" cy="502920"/>
          </a:xfrm>
          <a:prstGeom prst="roundRect">
            <a:avLst>
              <a:gd name="adj" fmla="val 50909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Веб-платформа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работы сегодня — это рутина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6" name="Image 0" descr="ic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вакансий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пересматривать десятки страниц HH.ru и других площадок каждый день.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1" name="Image 1" descr="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6791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4747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подходит ли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быстро понять, насколько вакансия реально соответствует опыту.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6" name="Image 2" descr="ic_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6791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747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«Для галочки»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Сопроводительное письмо под каждую вакансию отнимает время и часто пишется формально.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Kiko берёт рутину на себя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1305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213055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вакансии из открытых источников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3544" y="2715768"/>
            <a:ext cx="0" cy="274320"/>
          </a:xfrm>
          <a:prstGeom prst="line">
            <a:avLst/>
          </a:prstGeom>
          <a:noFill/>
          <a:ln w="19050">
            <a:solidFill>
              <a:srgbClr val="D5E5E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9900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90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Сопоставляет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с вашим резюме и настройками поиска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3544" y="3557016"/>
            <a:ext cx="0" cy="274320"/>
          </a:xfrm>
          <a:prstGeom prst="line">
            <a:avLst/>
          </a:prstGeom>
          <a:noFill/>
          <a:ln w="19050">
            <a:solidFill>
              <a:srgbClr val="D5E5E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31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8130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Считает Match 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8130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соответствия вакансии профилю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" y="4398264"/>
            <a:ext cx="0" cy="274320"/>
          </a:xfrm>
          <a:prstGeom prst="line">
            <a:avLst/>
          </a:prstGeom>
          <a:noFill/>
          <a:ln w="19050">
            <a:solidFill>
              <a:srgbClr val="D5E5E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467258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72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65429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465429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коротким AI Summary, почему вакансия подходит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3544" y="5239512"/>
            <a:ext cx="0" cy="274320"/>
          </a:xfrm>
          <a:prstGeom prst="line">
            <a:avLst/>
          </a:prstGeom>
          <a:noFill/>
          <a:ln w="19050">
            <a:solidFill>
              <a:srgbClr val="D5E5E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5513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13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549554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письмо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549554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персональное сопроводительное под вакансию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 ЭТИМ ПОЛЬЗУЕТЕСЬ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сервис — два удобных входа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317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_tele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5328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повседневный доступ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о новых подходящих вакансиях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Листаете карточки вакансий прямо в чате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5303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«Сгенерировать сопроводительное»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09360" y="196596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1B3A4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23317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ic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53288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7512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Веб-платформа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7512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личный кабинет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7512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редактирование резюме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67512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Детальные настройки поиска и фильтры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675120" y="5303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откликов и аналитика Match Score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база данных и общая логика — это не два разных продукта, а два интерфейса к одной системе.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ДЕЛЕ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просто список — понятное «почему»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206240" cy="448056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9E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Engineer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542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TechCorp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350 000–450 000 руб.   Удалённо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3657600"/>
            <a:ext cx="2834640" cy="256032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657600"/>
            <a:ext cx="2352751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3611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стек (Go, PostgreSQL) точно совпадает с требованиями. Грейд и опыт remote-работы соответствуют. Зарплатная вилка выше вашего текущего минимума.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57150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715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Сгенерировать сопроводительное 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21031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вакансия оценивается по множеству критериев: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77840" y="2788920"/>
            <a:ext cx="292608" cy="292608"/>
          </a:xfrm>
          <a:prstGeom prst="ellipse">
            <a:avLst/>
          </a:prstGeom>
          <a:solidFill>
            <a:srgbClr val="E6F3F2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770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и ключевые технологии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577840" y="3337560"/>
            <a:ext cx="292608" cy="292608"/>
          </a:xfrm>
          <a:prstGeom prst="ellipse">
            <a:avLst/>
          </a:prstGeom>
          <a:solidFill>
            <a:srgbClr val="E6F3F2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319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Грейд и уровень опыта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577840" y="3886200"/>
            <a:ext cx="292608" cy="292608"/>
          </a:xfrm>
          <a:prstGeom prst="ellipse">
            <a:avLst/>
          </a:prstGeom>
          <a:solidFill>
            <a:srgbClr val="E6F3F2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3867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Локация и тип занятости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577840" y="4434840"/>
            <a:ext cx="292608" cy="292608"/>
          </a:xfrm>
          <a:prstGeom prst="ellipse">
            <a:avLst/>
          </a:prstGeom>
          <a:solidFill>
            <a:srgbClr val="E6F3F2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4434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4416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требований вакансии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577840" y="51206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E6F3F2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5257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не просто цифра, а понятная причина, которой можно доверять.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ВРЕМЕНИ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Письмо уже готово — остаётся отправить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12648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450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Сопроводительное письмо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0120" y="3063240"/>
            <a:ext cx="5486400" cy="0"/>
          </a:xfrm>
          <a:prstGeom prst="line">
            <a:avLst/>
          </a:prstGeom>
          <a:noFill/>
          <a:ln w="12700">
            <a:solidFill>
              <a:srgbClr val="E6E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3291840"/>
            <a:ext cx="5394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Здравствуйте! Меня заинтересовала позиция Senior Backend Engineer в TechCorp. За 5 лет работы с Go и PostgreSQL я построил высоконагруженные API-сервисы, похожие на описанные в вакансии...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983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сгенерировано под конкретную вакансию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78040" y="2103120"/>
            <a:ext cx="4343400" cy="1097280"/>
          </a:xfrm>
          <a:prstGeom prst="roundRect">
            <a:avLst>
              <a:gd name="adj" fmla="val 8333"/>
            </a:avLst>
          </a:prstGeom>
          <a:solidFill>
            <a:srgbClr val="E6F3F2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конкретную вакансию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строится на описании вакансии и вашем профиле — грейде, навыках, опыте.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178040" y="3429000"/>
            <a:ext cx="4343400" cy="1097280"/>
          </a:xfrm>
          <a:prstGeom prst="roundRect">
            <a:avLst>
              <a:gd name="adj" fmla="val 8333"/>
            </a:avLst>
          </a:prstGeom>
          <a:solidFill>
            <a:srgbClr val="E6F3F2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 ATS-фильтры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5236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и ключевые слова подобраны так, чтобы письмо не терялось в автоматических фильтрах работодателя.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178040" y="4754880"/>
            <a:ext cx="4343400" cy="1097280"/>
          </a:xfrm>
          <a:prstGeom prst="roundRect">
            <a:avLst>
              <a:gd name="adj" fmla="val 8333"/>
            </a:avLst>
          </a:prstGeom>
          <a:solidFill>
            <a:srgbClr val="E6F3F2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4892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Снижает барьер отклика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52360" y="5257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писать с нуля под каждую вакансию — проверили и отправили.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ВАКАНСИИ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Собираем там, где реально публикуют работу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157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37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HH.ru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22860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3A4B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7157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337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Telegram-каналы с вакансиями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38160" y="22860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B3A4B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7157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0" y="3337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Карьерные сайты компаний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028090">
              <a:alpha val="85000"/>
            </a:srgbClr>
          </a:solidFill>
          <a:ln/>
        </p:spPr>
      </p:sp>
      <p:pic>
        <p:nvPicPr>
          <p:cNvPr id="17" name="Image 3" descr="ic_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920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80060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4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API — там, где доступны; аккуратный парсинг страниц — там, где нет. Все данные стекаются в единую таблицу вакансий: источник, компания, зарплата, локация, ссылка.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ДЕНЬ С KIKO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день — новые совпадения без усилий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31720" cy="29260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697480"/>
            <a:ext cx="731520" cy="73152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6" name="Image 0" descr="ic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8620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вакансии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в системе каждый день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99232" y="365760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429000" y="2377440"/>
            <a:ext cx="2331720" cy="29260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9100" y="2697480"/>
            <a:ext cx="731520" cy="73152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2" name="Image 1" descr="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28620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 профиля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41605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Kiko сверяет их с вашими настройками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88152" y="365760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217920" y="2377440"/>
            <a:ext cx="2331720" cy="29260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18020" y="26974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ic_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28620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41605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получаете сигнал о высоком совпадении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77072" y="365760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06840" y="2377440"/>
            <a:ext cx="2331720" cy="29260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06940" y="2697480"/>
            <a:ext cx="731520" cy="73152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24" name="Image 3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28620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 за минуты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41605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смотрите Match Score и письмо готово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ЭТО ЕЩЁ НЕ ВСЁ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инструментов для вашего поиска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E6F3F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_ma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243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8716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резюме под ATS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формата, ключевых слов и структуры резюме под автоматических парсеров работодателей — чтобы резюме доходило до живого человека.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51206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E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новые модули будут добавляться по мере развития продукта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ценно для вас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309360" y="26974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75234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26243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Экономит часы ручного поиска и фильтрации вакансий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309360" y="34747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352958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340156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объяснимую рекомендацию — понятное «почему», а не просто цифру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309360" y="4251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430682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41788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Снижает барьер отклика: письмо уже готово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309360" y="50292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5084064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12280" y="49560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сценарий в боте + глубокая работа с профилем на сайте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pic>
        <p:nvPicPr>
          <p:cNvPr id="4" name="Image 0" descr="ic_robo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1887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Найдите свою следующую работу быстрее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828800" y="34290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Kiko уже собирает вакансии, считает совпадения и пишет письма — попробуйте в Telegram или на сайте.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42716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3442716" y="4297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в Telegram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4297680"/>
            <a:ext cx="2468880" cy="5486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77356" y="4297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Перейти на сайт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KIKO — AI Job Assistant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09167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2026-09-09T10:58:09Z</dcterms:created>
  <dcterms:modified xsi:type="dcterms:W3CDTF">2026-09-09T10:58:09Z</dcterms:modified>
</cp:coreProperties>
</file>